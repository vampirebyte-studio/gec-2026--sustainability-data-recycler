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Lexen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exend-bold.fntdata"/><Relationship Id="rId16" Type="http://schemas.openxmlformats.org/officeDocument/2006/relationships/font" Target="fonts/Lexen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657b2f302d74885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657b2f302d74885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657b2f302d74885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657b2f302d74885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657b2f302d74885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657b2f302d74885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657b2f302d74885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657b2f302d74885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657b2f302d74885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657b2f302d74885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657b2f302d74885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657b2f302d74885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657b2f302d74885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657b2f302d74885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657b2f302d74885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657b2f302d74885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657b2f302d74885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657b2f302d74885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B8C8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GEC 2026 Programming</a:t>
            </a:r>
            <a:endParaRPr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Tiny Joes</a:t>
            </a:r>
            <a:endParaRPr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8727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John Mclean &amp; Noah Harris-Lowe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B8C8C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80175" y="601000"/>
            <a:ext cx="315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Table of Contents</a:t>
            </a:r>
            <a:endParaRPr sz="2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280175" y="1216600"/>
            <a:ext cx="39042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Problem &amp; Objective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Program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Demonstration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Implementation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Challenges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Future Plans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B8C8C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280175" y="601000"/>
            <a:ext cx="21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Our Program</a:t>
            </a:r>
            <a:endParaRPr sz="2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280175" y="1216600"/>
            <a:ext cx="3904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Select CSV and README files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Data is displayed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Download JSON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6641225" y="601000"/>
            <a:ext cx="1828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Simple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Accessible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Organized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550" y="3028175"/>
            <a:ext cx="2538674" cy="189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5575" y="3028175"/>
            <a:ext cx="3046222" cy="189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0150" y="3027451"/>
            <a:ext cx="2538675" cy="189243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/>
          <p:nvPr/>
        </p:nvSpPr>
        <p:spPr>
          <a:xfrm>
            <a:off x="2304375" y="2680850"/>
            <a:ext cx="1237325" cy="352500"/>
          </a:xfrm>
          <a:custGeom>
            <a:rect b="b" l="l" r="r" t="t"/>
            <a:pathLst>
              <a:path extrusionOk="0" h="14100" w="49493">
                <a:moveTo>
                  <a:pt x="0" y="14100"/>
                </a:moveTo>
                <a:cubicBezTo>
                  <a:pt x="3933" y="11750"/>
                  <a:pt x="15347" y="0"/>
                  <a:pt x="23596" y="0"/>
                </a:cubicBezTo>
                <a:cubicBezTo>
                  <a:pt x="31845" y="0"/>
                  <a:pt x="45177" y="11750"/>
                  <a:pt x="49493" y="1410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8" name="Google Shape;78;p16"/>
          <p:cNvSpPr/>
          <p:nvPr/>
        </p:nvSpPr>
        <p:spPr>
          <a:xfrm>
            <a:off x="5679550" y="2680850"/>
            <a:ext cx="1237325" cy="352500"/>
          </a:xfrm>
          <a:custGeom>
            <a:rect b="b" l="l" r="r" t="t"/>
            <a:pathLst>
              <a:path extrusionOk="0" h="14100" w="49493">
                <a:moveTo>
                  <a:pt x="0" y="14100"/>
                </a:moveTo>
                <a:cubicBezTo>
                  <a:pt x="3933" y="11750"/>
                  <a:pt x="15347" y="0"/>
                  <a:pt x="23596" y="0"/>
                </a:cubicBezTo>
                <a:cubicBezTo>
                  <a:pt x="31845" y="0"/>
                  <a:pt x="45177" y="11750"/>
                  <a:pt x="49493" y="1410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9" name="Google Shape;79;p16"/>
          <p:cNvSpPr txBox="1"/>
          <p:nvPr/>
        </p:nvSpPr>
        <p:spPr>
          <a:xfrm>
            <a:off x="2553925" y="2767175"/>
            <a:ext cx="91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</a:rPr>
              <a:t>Select Files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5897813" y="2767175"/>
            <a:ext cx="91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</a:rPr>
              <a:t>Run Program</a:t>
            </a:r>
            <a:endParaRPr sz="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B8C8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/>
        </p:nvSpPr>
        <p:spPr>
          <a:xfrm>
            <a:off x="2634300" y="2140800"/>
            <a:ext cx="3875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DEMONSTRATION</a:t>
            </a:r>
            <a:endParaRPr sz="44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B8C8C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1350" y="760398"/>
            <a:ext cx="4859801" cy="362272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280175" y="601000"/>
            <a:ext cx="39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Implementation</a:t>
            </a:r>
            <a:endParaRPr sz="2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280175" y="1216600"/>
            <a:ext cx="64554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Organizes different data                                                 types (CSV, txt)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Mass data accessible in                                                         one easy, organized GUI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B8C8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280175" y="601000"/>
            <a:ext cx="39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Challenges</a:t>
            </a:r>
            <a:endParaRPr sz="2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280175" y="1216600"/>
            <a:ext cx="6455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Getting JavaFX to work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Correctly extracting </a:t>
            </a:r>
            <a:r>
              <a:rPr lang="en" sz="1800">
                <a:solidFill>
                  <a:schemeClr val="lt1"/>
                </a:solidFill>
              </a:rPr>
              <a:t>data</a:t>
            </a:r>
            <a:r>
              <a:rPr lang="en" sz="1800">
                <a:solidFill>
                  <a:schemeClr val="lt1"/>
                </a:solidFill>
              </a:rPr>
              <a:t> to a readable form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JSON file formatting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B8C8C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/>
        </p:nvSpPr>
        <p:spPr>
          <a:xfrm>
            <a:off x="280175" y="601000"/>
            <a:ext cx="39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Future Plans</a:t>
            </a:r>
            <a:endParaRPr sz="2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280175" y="1216600"/>
            <a:ext cx="44628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Extract all data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Display metadata cleanly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Language options (TTS, Translation)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Encryption for data protection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Accessibility tools for ease of access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Process more </a:t>
            </a:r>
            <a:r>
              <a:rPr lang="en" sz="1800">
                <a:solidFill>
                  <a:schemeClr val="lt1"/>
                </a:solidFill>
              </a:rPr>
              <a:t>data types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B8C8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4294967295" type="ctrTitle"/>
          </p:nvPr>
        </p:nvSpPr>
        <p:spPr>
          <a:xfrm>
            <a:off x="2775750" y="1429200"/>
            <a:ext cx="3592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The End</a:t>
            </a:r>
            <a:endParaRPr sz="3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0" name="Google Shape;110;p21"/>
          <p:cNvSpPr txBox="1"/>
          <p:nvPr>
            <p:ph idx="4294967295" type="subTitle"/>
          </p:nvPr>
        </p:nvSpPr>
        <p:spPr>
          <a:xfrm>
            <a:off x="3093150" y="3472850"/>
            <a:ext cx="2957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Thank You for Listening!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B8C8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idx="4294967295" type="ctrTitle"/>
          </p:nvPr>
        </p:nvSpPr>
        <p:spPr>
          <a:xfrm>
            <a:off x="2775750" y="2175450"/>
            <a:ext cx="3592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Questions</a:t>
            </a:r>
            <a:endParaRPr sz="3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